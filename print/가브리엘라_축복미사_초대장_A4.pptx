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000" y="432000"/>
            <a:ext cx="648000" cy="5003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0000" y="106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6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말기암환자 무료쉼터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314000"/>
            <a:ext cx="61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18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축복미사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20000" y="2214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0000" y="2340000"/>
            <a:ext cx="61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2026년 9월 17일 목요일 오전 11시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2718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934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안골길61번길 17-12 (내리 904)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0000" y="3222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hero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3348000"/>
            <a:ext cx="6120000" cy="1080000"/>
          </a:xfrm>
          <a:prstGeom prst="rect">
            <a:avLst/>
          </a:prstGeom>
          <a:ln w="5080">
            <a:solidFill>
              <a:srgbClr val="DDD5C4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20000" y="4500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8A968F"/>
                </a:solidFill>
                <a:latin typeface="나눔명조"/>
                <a:ea typeface="나눔명조"/>
                <a:cs typeface="나눔명조"/>
              </a:rPr>
              <a:t>가브리엘라 천사의 집 조감도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040000"/>
            <a:ext cx="612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환자와 가족이 삶의 마지막 여정을 두려움이 아닌</a:t>
            </a:r>
          </a:p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사랑과 감사 속에서 준비할 수 있도록 돕는 무료 돌봄시설입니다.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5616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죽음을 기다리는 곳이 아니라 삶을 완성하는 곳!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5976000"/>
            <a:ext cx="61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종교와 관계없이 무료 쉼터와 돌봄을 제공하는 이곳은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소중한 분들의 기도와 성원에 힘입어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하느님 사랑의 터전을 이루게 되었습니다.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6696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이제 첫 문을 여는 자리에 소중한 여러분을 모시고자 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0000" y="7128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0000" y="727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22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식  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7596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76000" y="7596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축복미사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인천교구장 정신철 요한 세례자 주교 주례 · 염수정 안드레아 추기경, 사제단 공동집전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0000" y="7812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0000" y="7884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12:20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6000" y="7884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기념식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재단 임·직원, 내·외빈 참석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0000" y="8100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8172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이후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76000" y="8172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오찬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식사가 제공됩니다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0000" y="8604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20000" y="8748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준비해 주세요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000" y="894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야외 미사 집전입니다.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양산·모자 등 햇빛을 가릴 것과 개인 텀블러를 지참해 주시면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좋겠습니다.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8000" y="8748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주차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8000" y="894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주차공간 부족으로 차량 이동 분들께서는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마니산 공영주차장을 이용하시고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행사장까지 차량 이동 안내 받으시기 바랍니다.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8000" y="9468000"/>
            <a:ext cx="295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마니산로675번길 18 (상방리 405-4)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0000" y="9756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20000" y="9882000"/>
            <a:ext cx="61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재단법인 마뗄암재단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000" y="10116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60">
                <a:solidFill>
                  <a:srgbClr val="8A968F"/>
                </a:solidFill>
                <a:latin typeface="나눔고딕"/>
                <a:ea typeface="나눔고딕"/>
                <a:cs typeface="나눔고딕"/>
              </a:rPr>
              <a:t>Mater Cancer Foundation · www.mcancer.com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